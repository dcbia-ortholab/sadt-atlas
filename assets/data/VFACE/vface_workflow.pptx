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6580-36E4-9547-A8E3-13A30CEE1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F52D9-22C2-6504-CE0C-32F1F2640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1AA5C-03F0-3F01-D0EF-938DE3B3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235E8-CA4D-E7CD-BFCF-520471EF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052CB-0E47-5F66-8696-EE7C6971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1146-361F-3E76-6742-91055A9A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5414D-EA91-5CBA-E266-3B9B25512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9565D-22CA-0EA1-8CD5-CF7AF97F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640B-2BF1-597C-1264-4EB843BC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7961-A7DE-5ECC-900C-003FA51B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7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A7AE-7856-BC80-EE6D-4950E206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3B2BC-6B7C-BEF6-04C9-87B881CCF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D861D-C2A6-9182-FB8E-259EB627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1EBD-CB1D-FA7C-12F5-C73F7E58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D596B-016D-1EE4-7EC2-AD2FCD6F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5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ADFE-503E-BA41-5DE7-44181C24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E0E5-971A-A289-B704-F5D4F32B7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6997E-E3E0-18CC-7866-0D67CA4A0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62896-34CA-EA63-0E91-04325210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8F66C-EDEC-8452-E856-F79D18C7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6CFD3-62DF-58CA-0A9E-ED3A2E13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5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F1F7-1150-3F03-092F-387DE22C3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88B41-8FB2-9127-2160-87D9580DB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687BE-8734-10F7-9565-8DC431C1F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3719C5-6EDB-3CA5-5B2E-1ECA861A1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CAAB6-4F13-72CA-1A82-A6F8931B9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DBE88-6557-FA9C-7078-194354F73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DD162-2D13-F7D5-813E-AFFFCD4F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273B0-B495-ED9D-750C-A195FE3F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4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1816-A153-C280-DEC8-DFA11807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1A297-4DD8-49C6-C99C-4B6E3467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B882C-A0C4-4440-C5F7-F8A59E20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0399B-ABEC-787F-6647-BB05654C6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5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9792F-F687-EAF2-672D-6BCC1432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E20E4-AED5-ABC8-D886-AB110460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7D6B0-05C5-E923-D53B-11717EBD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9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BB95-0B7C-400B-254E-2FD7E5FB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161A8-12F1-ACFF-1B92-47FBD381F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65E94-B535-05BC-5737-BFF361799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AE68B-123F-AFFF-B8C7-9B30AFDB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6DF3F-F571-B082-DA44-17238904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38D5D-AF51-E646-0A4D-C3C0E25A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21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8BD0-B671-FC7F-3F3C-4E2DACE1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D58C71-525A-14EC-9B14-920447415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A8A6E-CE68-866C-4FC1-0E82E34AD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EA0CB-F5C9-6525-6E4D-9545D85C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9FBBD-E655-B035-1A5C-ED0EDD24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24792-BD3C-16E1-6964-8D31C200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5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D979-3483-6A99-8E79-CA2084E8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DBDC9-A41F-2A9A-4DDC-1A6ECD98D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3B8AC-3F3A-EE59-F54D-A463ECA7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482DA-2F9D-AD60-8F25-223A563D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AFBB9-DF8E-3DE7-5B31-B29108BB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4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438DA-721A-7EFE-D95C-EEBFAFC15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9428E-4B96-3102-62AC-84397CD5C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90CE-E2CF-5829-D5D9-B93634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26D83-F186-87EE-14D4-A30EC43C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25A32-C89E-85CB-61A6-8D4402D7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5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2E418-A968-8C37-0E6C-57033DB3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986FF-C0C9-E25B-E6A6-3472911D1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35B36-5AD6-4674-B80E-E679924C7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08307-AAA0-4FC3-A8E5-8DE7E8DA1FC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E7027-758A-F768-3580-D94693657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E506A-3738-3818-6731-202286656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F7FDB-EE02-4809-8FE7-5113DECCD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1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CD5B8-643E-76C6-B564-0764CD2D2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77" y="518160"/>
            <a:ext cx="9834245" cy="5566152"/>
          </a:xfrm>
          <a:prstGeom prst="rect">
            <a:avLst/>
          </a:prstGeom>
        </p:spPr>
      </p:pic>
      <p:sp>
        <p:nvSpPr>
          <p:cNvPr id="3" name="Star: 5 Points 2">
            <a:extLst>
              <a:ext uri="{FF2B5EF4-FFF2-40B4-BE49-F238E27FC236}">
                <a16:creationId xmlns:a16="http://schemas.microsoft.com/office/drawing/2014/main" id="{A77D1CB8-FCF7-5550-6751-4F85E7615D0A}"/>
              </a:ext>
            </a:extLst>
          </p:cNvPr>
          <p:cNvSpPr/>
          <p:nvPr/>
        </p:nvSpPr>
        <p:spPr>
          <a:xfrm>
            <a:off x="7098030" y="-57150"/>
            <a:ext cx="1154430" cy="115062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F3AFA0ED-4B51-C1B8-B02A-0C5C0913BD89}"/>
              </a:ext>
            </a:extLst>
          </p:cNvPr>
          <p:cNvSpPr/>
          <p:nvPr/>
        </p:nvSpPr>
        <p:spPr>
          <a:xfrm>
            <a:off x="2106930" y="5509002"/>
            <a:ext cx="1154430" cy="115062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85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Ng, Janson</dc:creator>
  <cp:lastModifiedBy>Ng, Janson</cp:lastModifiedBy>
  <cp:revision>2</cp:revision>
  <dcterms:created xsi:type="dcterms:W3CDTF">2026-08-28T18:02:59Z</dcterms:created>
  <dcterms:modified xsi:type="dcterms:W3CDTF">2026-09-02T18:46:25Z</dcterms:modified>
</cp:coreProperties>
</file>